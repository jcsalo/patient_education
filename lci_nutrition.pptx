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 Tract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Esophagus delivers food to the stomach</a:t>
            </a:r>
          </a:p>
          <a:p>
            <a:pPr lvl="0"/>
            <a:r>
              <a:rPr/>
              <a:t>Stomach stores food and delivers it in small quantities to the jejunum</a:t>
            </a:r>
          </a:p>
          <a:p>
            <a:pPr lvl="0"/>
            <a:r>
              <a:rPr/>
              <a:t>Jejunum begins digestion in the small intestines</a:t>
            </a:r>
          </a:p>
        </p:txBody>
      </p:sp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Feeding Tubes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nutrition_gtub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 Gastrostomy</a:t>
            </a:r>
          </a:p>
          <a:p>
            <a:pPr lvl="0"/>
            <a:r>
              <a:rPr/>
              <a:t>Feeding with a syringe several times per day.</a:t>
            </a:r>
          </a:p>
          <a:p>
            <a:pPr lvl="0"/>
            <a:r>
              <a:rPr/>
              <a:t>Tube can be hidden underneath clothing</a:t>
            </a:r>
          </a:p>
          <a:p>
            <a:pPr lvl="0"/>
            <a:r>
              <a:rPr/>
              <a:t>Tube does not interfere with eating by mouth</a:t>
            </a:r>
          </a:p>
          <a:p>
            <a:pPr lvl="0"/>
            <a:r>
              <a:rPr/>
              <a:t>Removed easily in the office when no longer needed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PEG: Tube placed by endoscopy</a:t>
            </a:r>
          </a:p>
          <a:p>
            <a:pPr lvl="0" indent="0" marL="0">
              <a:buNone/>
            </a:pPr>
            <a:r>
              <a:rPr/>
              <a:t>Laparoscopic: Tube placed surgically by laparoscopy</a:t>
            </a:r>
          </a:p>
          <a:p>
            <a:pPr lvl="0" indent="0" marL="0">
              <a:buNone/>
            </a:pPr>
            <a:r>
              <a:rPr/>
              <a:t>Preferred method depends upon whether esophagectomy is planned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Outpatient Placement (go home the same day)</a:t>
            </a:r>
          </a:p>
          <a:p>
            <a:pPr lvl="0"/>
            <a:r>
              <a:rPr/>
              <a:t>Central venous port can be placed at the same time (if needed)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</dc:title>
  <dc:creator/>
  <cp:keywords/>
  <dcterms:created xsi:type="dcterms:W3CDTF">2026-09-21T23:36:57Z</dcterms:created>
  <dcterms:modified xsi:type="dcterms:W3CDTF">2026-09-21T23:36:57Z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