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 Tract Anatomy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Esophagus delivers food to the stomach</a:t>
            </a:r>
          </a:p>
          <a:p>
            <a:pPr lvl="0"/>
            <a:r>
              <a:rPr/>
              <a:t>Stomach stores food and delivers it in small quantities to the jejunum</a:t>
            </a:r>
          </a:p>
          <a:p>
            <a:pPr lvl="0"/>
            <a:r>
              <a:rPr/>
              <a:t>Jejunum begins digestion in the small intestines</a:t>
            </a:r>
          </a:p>
        </p:txBody>
      </p:sp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Nutrition</dc:title>
  <dc:creator/>
  <cp:keywords/>
  <dcterms:created xsi:type="dcterms:W3CDTF">2025-11-24T00:54:23Z</dcterms:created>
  <dcterms:modified xsi:type="dcterms:W3CDTF">2025-11-24T00:54:23Z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