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https://deidt7p41jzcy.cloudfront.net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https://deidt7p41jzcy.cloudfront.net/protein_shak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https://deidt7p41jzcy.cloudfront.net/jtube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tube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https://deidt7p41jzcy.cloudfront.net/jtube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https://deidt7p41jzcy.cloudfront.net/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2025-11-01T18:13:18Z</dcterms:created>
  <dcterms:modified xsi:type="dcterms:W3CDTF">2025-11-01T18:13:18Z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