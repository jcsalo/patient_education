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3" Type="http://schemas.openxmlformats.org/officeDocument/2006/relationships/viewProps" Target="viewProps.xml" /><Relationship Id="rId6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5" Type="http://schemas.openxmlformats.org/officeDocument/2006/relationships/tableStyles" Target="tableStyles.xml" /><Relationship Id="rId6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jp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jp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6.png" /><Relationship Id="rId2" Type="http://schemas.openxmlformats.org/officeDocument/2006/relationships/image" Target="../media/image25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</a:t>
                </a:r>
              </a:p>
              <a:p>
                <a:pPr lvl="0"/>
                <a:r>
                  <a:rPr/>
                  <a:t>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(T1b/T2)</a:t>
                </a:r>
              </a:p>
              <a:p>
                <a:pPr lvl="0"/>
                <a:r>
                  <a:rPr/>
                  <a:t>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(T3M0)</a:t>
                </a:r>
              </a:p>
              <a:p>
                <a:pPr lvl="0"/>
                <a:r>
                  <a:rPr/>
                  <a:t>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</a:t>
                </a:r>
              </a:p>
              <a:p>
                <a:pPr lvl="0"/>
                <a:r>
                  <a:rPr/>
                  <a:t>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 + Radiation</a:t>
            </a:r>
          </a:p>
          <a:p>
            <a:pPr lvl="0"/>
            <a:r>
              <a:rPr/>
              <a:t>Chemo + Radiation (6wk)</a:t>
            </a:r>
          </a:p>
          <a:p>
            <a:pPr lvl="0"/>
            <a:r>
              <a:rPr/>
              <a:t>Surgery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Chemo (8wk)</a:t>
            </a:r>
          </a:p>
          <a:p>
            <a:pPr lvl="0"/>
            <a:r>
              <a:rPr/>
              <a:t>Surgery</a:t>
            </a:r>
          </a:p>
          <a:p>
            <a:pPr lvl="0"/>
            <a:r>
              <a:rPr/>
              <a:t>Chemo (8wk)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Chemo + Radiation</a:t>
                </a:r>
              </a:p>
              <a:p>
                <a:pPr lvl="0"/>
                <a:r>
                  <a:rPr/>
                  <a:t>Longer track record</a:t>
                </a:r>
              </a:p>
              <a:p>
                <a:pPr lvl="0"/>
                <a:r>
                  <a:rPr/>
                  <a:t>Better tolerated</a:t>
                </a:r>
              </a:p>
              <a:p>
                <a:pPr lvl="0"/>
                <a:r>
                  <a:rPr/>
                  <a:t>Port usually placed</a:t>
                </a:r>
              </a:p>
              <a:p>
                <a:pPr lvl="0"/>
                <a:r>
                  <a:rPr/>
                  <a:t>Eating worse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better</a:t>
                </a:r>
              </a:p>
              <a:p>
                <a:pPr lvl="0"/>
                <a:r>
                  <a:rPr/>
                  <a:t>May need feeding tube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More effective</a:t>
            </a:r>
          </a:p>
          <a:p>
            <a:pPr lvl="0"/>
            <a:r>
              <a:rPr/>
              <a:t>More side effects</a:t>
            </a:r>
          </a:p>
          <a:p>
            <a:pPr lvl="0"/>
            <a:r>
              <a:rPr/>
              <a:t>Port always required</a:t>
            </a:r>
          </a:p>
          <a:p>
            <a:pPr lvl="0"/>
            <a:r>
              <a:rPr/>
              <a:t>Eating slowly improves</a:t>
            </a:r>
          </a:p>
          <a:p>
            <a:pPr lvl="0"/>
            <a:r>
              <a:rPr/>
              <a:t>Less likely to need feeding tube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will be performed after preoperative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Adenocarcinoma of the Esophagus and GE Junction</dc:title>
  <dc:creator/>
  <cp:keywords/>
  <dcterms:created xsi:type="dcterms:W3CDTF">2026-07-16T00:39:46Z</dcterms:created>
  <dcterms:modified xsi:type="dcterms:W3CDTF">2026-07-16T00:39:46Z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