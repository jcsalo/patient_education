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4" Type="http://schemas.openxmlformats.org/officeDocument/2006/relationships/viewProps" Target="viewProps.xml" /><Relationship Id="rId6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6" Type="http://schemas.openxmlformats.org/officeDocument/2006/relationships/tableStyles" Target="tableStyles.xml" /><Relationship Id="rId6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2026-09-26T07:12:01Z</dcterms:created>
  <dcterms:modified xsi:type="dcterms:W3CDTF">2026-09-26T07:12:01Z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