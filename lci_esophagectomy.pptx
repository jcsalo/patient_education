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60" Type="http://schemas.openxmlformats.org/officeDocument/2006/relationships/viewProps" Target="viewProps.xml" /><Relationship Id="rId5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2" Type="http://schemas.openxmlformats.org/officeDocument/2006/relationships/tableStyles" Target="tableStyles.xml" /><Relationship Id="rId6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Preparation for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evaluation may be needed before surgery:</a:t>
            </a:r>
          </a:p>
          <a:p>
            <a:pPr lvl="0"/>
            <a:r>
              <a:rPr/>
              <a:t>Pulmonary Function Tests to test lung function</a:t>
            </a:r>
          </a:p>
          <a:p>
            <a:pPr lvl="0"/>
            <a:r>
              <a:rPr/>
              <a:t>Cardiology evaluation to test heart function</a:t>
            </a:r>
          </a:p>
          <a:p>
            <a:pPr lvl="1"/>
            <a:r>
              <a:rPr/>
              <a:t>Echocardiogram</a:t>
            </a:r>
          </a:p>
          <a:p>
            <a:pPr lvl="1"/>
            <a:r>
              <a:rPr/>
              <a:t>Stress Test</a:t>
            </a:r>
          </a:p>
          <a:p>
            <a:pPr lvl="1"/>
            <a:r>
              <a:rPr/>
              <a:t>Holter monitor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Esophagectomy for Cancers of the Esophagus or GE Junction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Primary Surgery</a:t>
                </a:r>
              </a:p>
              <a:p>
                <a:pPr lvl="0"/>
                <a:r>
                  <a:rPr/>
                  <a:t>Superficial Tumors (T1) not completely removed by endoscopy</a:t>
                </a:r>
              </a:p>
              <a:p>
                <a:pPr lvl="0"/>
                <a:r>
                  <a:rPr/>
                  <a:t>Localized Tumors (T2 N0 M0)</a:t>
                </a:r>
              </a:p>
              <a:p>
                <a:pPr lvl="0"/>
                <a:r>
                  <a:rPr/>
                  <a:t>Surgery scheduled after medical evaluation</a:t>
                </a:r>
              </a:p>
              <a:p>
                <a:pPr lvl="0" indent="0" marL="0">
                  <a:buNone/>
                </a:pPr>
                <a:r>
                  <a:rPr/>
                  <a:t>Preoperative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 Advanced (T3 Nx M0)</a:t>
                </a:r>
              </a:p>
              <a:p>
                <a:pPr lvl="0"/>
                <a:r>
                  <a:rPr/>
                  <a:t>Surgery scheduled after</a:t>
                </a:r>
              </a:p>
              <a:p>
                <a:pPr lvl="1"/>
                <a:r>
                  <a:rPr/>
                  <a:t>Recovery from preoperative therapy</a:t>
                </a:r>
              </a:p>
              <a:p>
                <a:pPr lvl="1"/>
                <a:r>
                  <a:rPr/>
                  <a:t>Restaging scans (CT or PET)</a:t>
                </a:r>
              </a:p>
              <a:p>
                <a:pPr lvl="1"/>
                <a:r>
                  <a:rPr/>
                  <a:t>Medical evaluation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Visits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Oncology - Monitor chemotherapy and side effects</a:t>
            </a:r>
          </a:p>
          <a:p>
            <a:pPr lvl="0" indent="0" marL="0">
              <a:buNone/>
            </a:pPr>
            <a:r>
              <a:rPr/>
              <a:t>Radiation Oncology - Monitor radiation and side effects</a:t>
            </a:r>
          </a:p>
          <a:p>
            <a:pPr lvl="0" indent="0" marL="0">
              <a:buNone/>
            </a:pPr>
            <a:r>
              <a:rPr/>
              <a:t>Surgical Oncology</a:t>
            </a:r>
          </a:p>
          <a:p>
            <a:pPr lvl="0"/>
            <a:r>
              <a:rPr/>
              <a:t>Consult visit with Dr Salo</a:t>
            </a:r>
          </a:p>
          <a:p>
            <a:pPr lvl="0"/>
            <a:r>
              <a:rPr/>
              <a:t>Mid-treatment visits with Dr Salo / Kate Duncan</a:t>
            </a:r>
          </a:p>
          <a:p>
            <a:pPr lvl="0"/>
            <a:r>
              <a:rPr/>
              <a:t>Preop visit with Dr Salo (may be virtual)</a:t>
            </a:r>
          </a:p>
          <a:p>
            <a:pPr lvl="0"/>
            <a:r>
              <a:rPr/>
              <a:t>In-person preop visit with Kate Duncan and Liz Koch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Kelli Salter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2026-09-21T23:55:35Z</dcterms:created>
  <dcterms:modified xsi:type="dcterms:W3CDTF">2026-09-21T23:55:35Z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