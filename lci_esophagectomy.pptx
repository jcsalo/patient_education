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2" Type="http://schemas.openxmlformats.org/officeDocument/2006/relationships/viewProps" Target="viewProps.xml" /><Relationship Id="rId6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4" Type="http://schemas.openxmlformats.org/officeDocument/2006/relationships/tableStyles" Target="tableStyles.xml" /><Relationship Id="rId6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Esophagus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/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dinner evening prior</a:t>
            </a:r>
          </a:p>
          <a:p>
            <a:pPr lvl="0"/>
            <a:r>
              <a:rPr/>
              <a:t>You will receive instructions regarding medicines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Unless instructed otherwise:</a:t>
            </a:r>
          </a:p>
          <a:p>
            <a:pPr lvl="0"/>
            <a:r>
              <a:rPr/>
              <a:t>You will be notified regarding </a:t>
            </a:r>
            <a:r>
              <a:rPr i="1"/>
              <a:t>arrival</a:t>
            </a:r>
            <a:r>
              <a:rPr/>
              <a:t> time, which is usually 2-3 hours before the </a:t>
            </a:r>
            <a:r>
              <a:rPr i="1"/>
              <a:t>surgery</a:t>
            </a:r>
            <a:r>
              <a:rPr/>
              <a:t> time.</a:t>
            </a:r>
          </a:p>
          <a:p>
            <a:pPr lvl="0"/>
            <a:r>
              <a:rPr/>
              <a:t>Nothing to eat or drink after midnight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the 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Medicines with a sip of water or </a:t>
            </a:r>
            <a:r>
              <a:rPr i="1"/>
              <a:t>black</a:t>
            </a:r>
            <a:r>
              <a:rPr/>
              <a:t> coffee</a:t>
            </a:r>
          </a:p>
          <a:p>
            <a:pPr lvl="0"/>
            <a:r>
              <a:rPr/>
              <a:t>No milk or cream</a:t>
            </a:r>
          </a:p>
          <a:p>
            <a:pPr lvl="0"/>
            <a:r>
              <a:rPr/>
              <a:t>Surgery will be cancelled for milk/cream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Esophagus</dc:title>
  <dc:creator/>
  <cp:keywords/>
  <dcterms:created xsi:type="dcterms:W3CDTF">2026-03-17T21:40:02Z</dcterms:created>
  <dcterms:modified xsi:type="dcterms:W3CDTF">2026-03-17T21:40:02Z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