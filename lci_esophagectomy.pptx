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png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ensure adequate nutrition after surgery, 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 diet)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generally at 8 weeks after surgery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2026-09-23T11:36:30Z</dcterms:created>
  <dcterms:modified xsi:type="dcterms:W3CDTF">2026-09-23T11:36:30Z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