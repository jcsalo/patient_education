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7" Type="http://schemas.openxmlformats.org/officeDocument/2006/relationships/viewProps" Target="viewProps.xml" /><Relationship Id="rId5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9" Type="http://schemas.openxmlformats.org/officeDocument/2006/relationships/tableStyles" Target="tableStyles.xml" /><Relationship Id="rId5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Esophagus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Esophagus</dc:title>
  <dc:creator/>
  <cp:keywords/>
  <dcterms:created xsi:type="dcterms:W3CDTF">2026-06-10T01:06:30Z</dcterms:created>
  <dcterms:modified xsi:type="dcterms:W3CDTF">2026-06-10T01:06:30Z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