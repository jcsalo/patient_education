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Surgery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Surgery scheduled after medical evaluation</a:t>
            </a:r>
          </a:p>
          <a:p>
            <a:pPr lvl="0"/>
            <a:r>
              <a:rPr/>
              <a:t>Aim for surgery within 6 weeks of consultation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</a:t>
            </a:r>
          </a:p>
          <a:p>
            <a:pPr lvl="0" indent="0" marL="0">
              <a:buNone/>
            </a:pPr>
            <a:r>
              <a:rPr/>
              <a:t>Radiation Oncology - Monitor radiation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Preop visit with Kate Duncan and Liz Koch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:::::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 Esophagectomy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RaMIE_incis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temporary feeding tube is placed to supplement nutrition by mouth.</a:t>
            </a:r>
          </a:p>
          <a:p>
            <a:pPr lvl="0" indent="0" marL="0">
              <a:buNone/>
            </a:pPr>
            <a:r>
              <a:rPr/>
              <a:t>This will stay in place for about 8 weeks after surgery</a:t>
            </a:r>
          </a:p>
        </p:txBody>
      </p:sp>
      <p:pic>
        <p:nvPicPr>
          <p:cNvPr descr="images/jejunostomy/esophagectomy_jejunos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Feedings are administered through the jejunostomy at night by a pump</a:t>
            </a:r>
          </a:p>
        </p:txBody>
      </p:sp>
      <p:pic>
        <p:nvPicPr>
          <p:cNvPr descr="images/jejunostomy/esophagectomy_jtube_pum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</a:t>
            </a:r>
          </a:p>
          <a:p>
            <a:pPr lvl="0"/>
            <a:r>
              <a:rPr/>
              <a:t>Important to prevent dehydration</a:t>
            </a:r>
          </a:p>
          <a:p>
            <a:pPr lvl="0"/>
            <a:r>
              <a:rPr/>
              <a:t>240mL (8 oz) 4 times per day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Abdominal drains: Removed 4-7 days after surgery</a:t>
            </a:r>
          </a:p>
          <a:p>
            <a:pPr lvl="0"/>
            <a:r>
              <a:rPr/>
              <a:t>Discharge with 1 abdominal drain in 10% of cases</a:t>
            </a:r>
          </a:p>
          <a:p>
            <a:pPr lvl="0" indent="0" marL="0">
              <a:buNone/>
            </a:pPr>
            <a:r>
              <a:rPr/>
              <a:t>Epidural catheter: Removed 4-5 days after surgery Bladder catheter: Removed after epidural catheter removed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Second Follow Up Visit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4-5 weeks after first post-operative visit</a:t>
            </a:r>
          </a:p>
          <a:p>
            <a:pPr lvl="0"/>
            <a:r>
              <a:rPr/>
              <a:t>Discuss diet</a:t>
            </a:r>
          </a:p>
          <a:p>
            <a:pPr lvl="0"/>
            <a:r>
              <a:rPr/>
              <a:t>Discuss medicines</a:t>
            </a:r>
          </a:p>
          <a:p>
            <a:pPr lvl="0"/>
            <a:r>
              <a:rPr/>
              <a:t>Plan for jejunostomy removal</a:t>
            </a:r>
          </a:p>
          <a:p>
            <a:pPr lvl="0"/>
            <a:r>
              <a:rPr/>
              <a:t>Evaluate readiness for chemotherapy after surgery (usually 6 weeks)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Eating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Postoperative Visit: Start soft foods (Phase I)</a:t>
            </a:r>
          </a:p>
          <a:p>
            <a:pPr lvl="0" indent="0" marL="0">
              <a:buNone/>
            </a:pPr>
            <a:r>
              <a:rPr/>
              <a:t>Weekly virtual visits with dietitian</a:t>
            </a:r>
          </a:p>
          <a:p>
            <a:pPr lvl="0" indent="0" marL="0">
              <a:buNone/>
            </a:pPr>
            <a:r>
              <a:rPr/>
              <a:t>Jejunostomy removal ~ 8 weeks after surgery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 (may be longer if chemotherapy planned after surgery)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2026-09-26T07:09:27Z</dcterms:created>
  <dcterms:modified xsi:type="dcterms:W3CDTF">2026-09-26T07:09:27Z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