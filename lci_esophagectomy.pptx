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7" Type="http://schemas.openxmlformats.org/officeDocument/2006/relationships/viewProps" Target="viewProps.xml" /><Relationship Id="rId5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9" Type="http://schemas.openxmlformats.org/officeDocument/2006/relationships/tableStyles" Target="tableStyles.xml" /><Relationship Id="rId5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3.png" /><Relationship Id="rId2" Type="http://schemas.openxmlformats.org/officeDocument/2006/relationships/image" Target="../media/image12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Esophagus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1/3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95% of cases</a:t>
            </a:r>
          </a:p>
          <a:p>
            <a:pPr lvl="0" indent="0" marL="0">
              <a:buNone/>
            </a:pPr>
            <a:r>
              <a:rPr/>
              <a:t>In some cases, an open approach is still necessary.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24 hours prior to surgery</a:t>
            </a:r>
          </a:p>
          <a:p>
            <a:pPr lvl="0"/>
            <a:r>
              <a:rPr/>
              <a:t>Check with Pre-op nurse regarding medicines day prior to surgery</a:t>
            </a:r>
          </a:p>
          <a:p>
            <a:pPr lvl="0"/>
            <a:r>
              <a:rPr/>
              <a:t>No tube feedings the night before surgery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Arrive at 5am – nothing to eat or drink after midnight.</a:t>
            </a:r>
          </a:p>
          <a:p>
            <a:pPr lvl="0"/>
            <a:r>
              <a:rPr/>
              <a:t>Medicines OK w/ a sip of water</a:t>
            </a:r>
          </a:p>
          <a:p>
            <a:pPr lvl="0"/>
            <a:r>
              <a:rPr/>
              <a:t>sip of black coffee but </a:t>
            </a:r>
            <a:r>
              <a:rPr b="1"/>
              <a:t>no cream</a:t>
            </a:r>
            <a:r>
              <a:rPr/>
              <a:t>.</a:t>
            </a:r>
          </a:p>
          <a:p>
            <a:pPr lvl="0"/>
            <a:r>
              <a:rPr/>
              <a:t>Surgery will be cancelled if you have cream/milk</a:t>
            </a:r>
          </a:p>
          <a:p>
            <a:pPr lvl="0"/>
            <a:r>
              <a:rPr/>
              <a:t>Waiting room for family and friends on 5th floor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70%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#6/7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(70% of patients)</a:t>
            </a:r>
          </a:p>
          <a:p>
            <a:pPr lvl="1"/>
            <a:r>
              <a:rPr/>
              <a:t>1 oz of water per hour by mouth OR</a:t>
            </a:r>
          </a:p>
          <a:p>
            <a:pPr lvl="1"/>
            <a:r>
              <a:rPr/>
              <a:t>Protein shakes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Postoperative Visit at 7-10 Days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 indent="0" marL="0">
              <a:buNone/>
            </a:pPr>
            <a:r>
              <a:rPr/>
              <a:t>Adjust medicines as needed</a:t>
            </a:r>
          </a:p>
          <a:p>
            <a:pPr lvl="0"/>
            <a:r>
              <a:rPr/>
              <a:t>Insulin (for diabetic patients on insulin)</a:t>
            </a:r>
          </a:p>
          <a:p>
            <a:pPr lvl="0"/>
            <a:r>
              <a:rPr/>
              <a:t>Reduce beta blocker medicines</a:t>
            </a:r>
          </a:p>
          <a:p>
            <a:pPr lvl="0" indent="0" marL="0">
              <a:buNone/>
            </a:pPr>
            <a:r>
              <a:rPr/>
              <a:t>Advance diet</a:t>
            </a:r>
          </a:p>
          <a:p>
            <a:pPr lvl="0" indent="0" marL="0">
              <a:buNone/>
            </a:pPr>
            <a:r>
              <a:rPr/>
              <a:t>Reduce tube feeds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Wean off medicines added after surgery</a:t>
            </a:r>
          </a:p>
          <a:p>
            <a:pPr lvl="0"/>
            <a:r>
              <a:rPr/>
              <a:t>Pain medicines</a:t>
            </a:r>
          </a:p>
          <a:p>
            <a:pPr lvl="0"/>
            <a:r>
              <a:rPr/>
              <a:t>Beta-blockers</a:t>
            </a:r>
          </a:p>
          <a:p>
            <a:pPr lvl="0"/>
            <a:r>
              <a:rPr/>
              <a:t>Reglan and Remeron</a:t>
            </a:r>
          </a:p>
          <a:p>
            <a:pPr lvl="0" indent="0" marL="0">
              <a:buNone/>
            </a:pPr>
            <a:r>
              <a:rPr/>
              <a:t>Continue acid blockers for at least 1 year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Esophagus</dc:title>
  <dc:creator/>
  <cp:keywords/>
  <dcterms:created xsi:type="dcterms:W3CDTF">2026-05-29T09:03:08Z</dcterms:created>
  <dcterms:modified xsi:type="dcterms:W3CDTF">2026-05-29T09:03:08Z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