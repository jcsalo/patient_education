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jp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PICC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Placed in Radiology</a:t>
            </a:r>
          </a:p>
          <a:p>
            <a:pPr lvl="0"/>
            <a:r>
              <a:rPr/>
              <a:t>Stay in place during all of treatment</a:t>
            </a:r>
          </a:p>
          <a:p>
            <a:pPr lvl="0"/>
            <a:r>
              <a:rPr/>
              <a:t>Needs to be kept clean and dry</a:t>
            </a:r>
          </a:p>
          <a:p>
            <a:pPr lvl="0"/>
            <a:r>
              <a:rPr/>
              <a:t>Suitable for FLOT chemotherapy</a:t>
            </a:r>
          </a:p>
        </p:txBody>
      </p:sp>
      <p:pic>
        <p:nvPicPr>
          <p:cNvPr descr="images/comm_picc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511300"/>
            <a:ext cx="41910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2025-11-14T14:36:48Z</dcterms:created>
  <dcterms:modified xsi:type="dcterms:W3CDTF">2025-11-14T14:36:48Z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