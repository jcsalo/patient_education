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slide" Target="slides/slide118.xml" /><Relationship Id="rId120" Type="http://schemas.openxmlformats.org/officeDocument/2006/relationships/slide" Target="slides/slide119.xml" /><Relationship Id="rId121" Type="http://schemas.openxmlformats.org/officeDocument/2006/relationships/slide" Target="slides/slide120.xml" /><Relationship Id="rId122" Type="http://schemas.openxmlformats.org/officeDocument/2006/relationships/slide" Target="slides/slide121.xml" /><Relationship Id="rId123" Type="http://schemas.openxmlformats.org/officeDocument/2006/relationships/slide" Target="slides/slide122.xml" /><Relationship Id="rId125" Type="http://schemas.openxmlformats.org/officeDocument/2006/relationships/viewProps" Target="viewProps.xml" /><Relationship Id="rId1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7" Type="http://schemas.openxmlformats.org/officeDocument/2006/relationships/tableStyles" Target="tableStyles.xml" /><Relationship Id="rId1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0.png" /><Relationship Id="rId2" Type="http://schemas.openxmlformats.org/officeDocument/2006/relationships/image" Target="../media/image29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7.png" /><Relationship Id="rId2" Type="http://schemas.openxmlformats.org/officeDocument/2006/relationships/image" Target="../media/image36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png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2.jpg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2026-09-26T07:26:30Z</dcterms:created>
  <dcterms:modified xsi:type="dcterms:W3CDTF">2026-09-26T07:26:30Z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