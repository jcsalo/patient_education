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7" Type="http://schemas.openxmlformats.org/officeDocument/2006/relationships/slide" Target="slides/slide116.xml" /><Relationship Id="rId118" Type="http://schemas.openxmlformats.org/officeDocument/2006/relationships/slide" Target="slides/slide117.xml" /><Relationship Id="rId119" Type="http://schemas.openxmlformats.org/officeDocument/2006/relationships/slide" Target="slides/slide118.xml" /><Relationship Id="rId121" Type="http://schemas.openxmlformats.org/officeDocument/2006/relationships/viewProps" Target="viewProps.xml" /><Relationship Id="rId1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3" Type="http://schemas.openxmlformats.org/officeDocument/2006/relationships/tableStyles" Target="tableStyles.xml" /><Relationship Id="rId1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</p:txBody>
          </p:sp>
        </mc:Choice>
      </mc:AlternateContent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2026-09-21T23:59:45Z</dcterms:created>
  <dcterms:modified xsi:type="dcterms:W3CDTF">2026-09-21T23:59:45Z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