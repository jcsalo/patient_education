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8" Type="http://schemas.openxmlformats.org/officeDocument/2006/relationships/viewProps" Target="viewProps.xml" /><Relationship Id="rId1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0" Type="http://schemas.openxmlformats.org/officeDocument/2006/relationships/tableStyles" Target="tableStyles.xml" /><Relationship Id="rId1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6.png" /><Relationship Id="rId2" Type="http://schemas.openxmlformats.org/officeDocument/2006/relationships/image" Target="../media/image35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0.png" /><Relationship Id="rId2" Type="http://schemas.openxmlformats.org/officeDocument/2006/relationships/image" Target="../media/image39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jpg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br/>
                <a:r>
                  <a:rPr/>
                  <a:t>Localized (T1b/T2): Surgery (esophagectomy)</a:t>
                </a:r>
              </a:p>
              <a:p>
                <a:pPr lvl="0" indent="0" marL="0">
                  <a:buNone/>
                </a:pPr>
                <a:br/>
                <a:r>
                  <a:rPr/>
                  <a:t>Locally-advanced (T3M0):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</a:t>
            </a:r>
            <a:r>
              <a:rPr i="1"/>
              <a:t>adenocarcinoma</a:t>
            </a:r>
            <a:r>
              <a:rPr/>
              <a:t> an alternative to chemotherapy + radiation is “Sandwich” chemotherapy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Chemo+Radiation (6 wks)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Chemotherapy (8 wks)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Chemotherapy (8 wks)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CROSS 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gets slowly better</a:t>
            </a:r>
          </a:p>
          <a:p>
            <a:pPr lvl="0"/>
            <a:r>
              <a:rPr/>
              <a:t>Feeding tube less likely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(or PET) scan performed after preoperative therapy</a:t>
            </a:r>
          </a:p>
          <a:p>
            <a:pPr lvl="0" indent="0" marL="0">
              <a:buNone/>
            </a:pPr>
            <a:br/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Esophagus and GE Junction</dc:title>
  <dc:creator/>
  <cp:keywords/>
  <dcterms:created xsi:type="dcterms:W3CDTF">2026-07-16T00:41:22Z</dcterms:created>
  <dcterms:modified xsi:type="dcterms:W3CDTF">2026-07-16T00:41:22Z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