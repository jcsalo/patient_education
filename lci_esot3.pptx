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8" Type="http://schemas.openxmlformats.org/officeDocument/2006/relationships/viewProps" Target="viewProps.xml" /><Relationship Id="rId1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0" Type="http://schemas.openxmlformats.org/officeDocument/2006/relationships/tableStyles" Target="tableStyles.xml" /><Relationship Id="rId1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png" /><Relationship Id="rId2" Type="http://schemas.openxmlformats.org/officeDocument/2006/relationships/image" Target="../media/image35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png" /><Relationship Id="rId2" Type="http://schemas.openxmlformats.org/officeDocument/2006/relationships/image" Target="../media/image39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2026-07-31T07:43:06Z</dcterms:created>
  <dcterms:modified xsi:type="dcterms:W3CDTF">2026-07-31T07:43:06Z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