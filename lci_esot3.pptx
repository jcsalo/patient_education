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slide" Target="slides/slide118.xml" /><Relationship Id="rId120" Type="http://schemas.openxmlformats.org/officeDocument/2006/relationships/slide" Target="slides/slide119.xml" /><Relationship Id="rId122" Type="http://schemas.openxmlformats.org/officeDocument/2006/relationships/viewProps" Target="viewProps.xml" /><Relationship Id="rId1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4" Type="http://schemas.openxmlformats.org/officeDocument/2006/relationships/tableStyles" Target="tableStyles.xml" /><Relationship Id="rId1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6.png" /><Relationship Id="rId2" Type="http://schemas.openxmlformats.org/officeDocument/2006/relationships/image" Target="../media/image35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7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0.png" /><Relationship Id="rId2" Type="http://schemas.openxmlformats.org/officeDocument/2006/relationships/image" Target="../media/image39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jpg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5 minutes and some local anesthetic to loosen up the tube for removal.</a:t>
            </a:r>
          </a:p>
        </p:txBody>
      </p:sp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2026-09-22T00:43:02Z</dcterms:created>
  <dcterms:modified xsi:type="dcterms:W3CDTF">2026-09-22T00:43:02Z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