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1" Type="http://schemas.openxmlformats.org/officeDocument/2006/relationships/viewProps" Target="viewProps.xml" /><Relationship Id="rId90" Type="http://schemas.openxmlformats.org/officeDocument/2006/relationships/presProps" Target="presProps.xml" /><Relationship Id="rId1" Type="http://schemas.openxmlformats.org/officeDocument/2006/relationships/slideMaster" Target="slideMasters/slideMaster1.xml" /><Relationship Id="rId93" Type="http://schemas.openxmlformats.org/officeDocument/2006/relationships/tableStyles" Target="tableStyles.xml" /><Relationship Id="rId9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Jeffrey Hagen MD</a:t>
            </a:r>
          </a:p>
          <a:p>
            <a:pPr lvl="0"/>
            <a:r>
              <a:rPr/>
              <a:t>Michael Roach MD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2026-07-16T19:06:23Z</dcterms:created>
  <dcterms:modified xsi:type="dcterms:W3CDTF">2026-07-16T19:06:23Z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