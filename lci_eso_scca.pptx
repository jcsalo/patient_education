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5" Type="http://schemas.openxmlformats.org/officeDocument/2006/relationships/viewProps" Target="viewProps.xml" /><Relationship Id="rId10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7" Type="http://schemas.openxmlformats.org/officeDocument/2006/relationships/tableStyles" Target="tableStyles.xml" /><Relationship Id="rId10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jp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jp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5.png" /><Relationship Id="rId2" Type="http://schemas.openxmlformats.org/officeDocument/2006/relationships/image" Target="../media/image24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6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4.png" /><Relationship Id="rId2" Type="http://schemas.openxmlformats.org/officeDocument/2006/relationships/image" Target="../media/image33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8.png" /><Relationship Id="rId2" Type="http://schemas.openxmlformats.org/officeDocument/2006/relationships/image" Target="../media/image37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jpg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Squamous Cell Carcinoma of the Esophagus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 Depends upon Stage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(T1b): 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(T2/3): Chemo+Radiation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performed after initial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Endoscopy after Initial Therapy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Performed to look for signs of persistent cancer</a:t>
                </a:r>
              </a:p>
              <a:p>
                <a:pPr lvl="0" indent="0" marL="0">
                  <a:buNone/>
                </a:pPr>
                <a:r>
                  <a:rPr/>
                  <a:t>Biopsies show no cancer in 75% of cases</a:t>
                </a:r>
              </a:p>
              <a:p>
                <a:pPr lvl="0" indent="0" marL="0">
                  <a:buNone/>
                </a:pPr>
                <a:r>
                  <a:rPr/>
                  <a:t>Disappearance of cancer in 40% of cases - Persistent cancer in 60%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cancer cells can hide in the wall of the esophagus</a:t>
                </a:r>
              </a:p>
              <a:p>
                <a:pPr lvl="0" indent="0" marL="0">
                  <a:buNone/>
                </a:pPr>
                <a:r>
                  <a:rPr/>
                  <a:t>Regular endoscopy is important to look for regrowth of cancer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recommended for all patients who have:</a:t>
            </a:r>
          </a:p>
          <a:p>
            <a:pPr lvl="0"/>
            <a:r>
              <a:rPr/>
              <a:t>Biopsies showing cancer after chemo + radiation</a:t>
            </a:r>
          </a:p>
          <a:p>
            <a:pPr lvl="0"/>
            <a:r>
              <a:rPr/>
              <a:t>No signs of spread of disease on PET/CT scan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Squamous Cell 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is also recommended for patients who:</a:t>
            </a:r>
          </a:p>
          <a:p>
            <a:pPr lvl="0"/>
            <a:r>
              <a:rPr/>
              <a:t>No signs of spread on disease on PET/CT scan</a:t>
            </a:r>
          </a:p>
          <a:p>
            <a:pPr lvl="0"/>
            <a:r>
              <a:rPr/>
              <a:t>Cancer in the lower part of the esophagus</a:t>
            </a:r>
          </a:p>
          <a:p>
            <a:pPr lvl="0"/>
            <a:r>
              <a:rPr/>
              <a:t>Healthy enough to undergo surgery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Surveillance if Surgery Not Performed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Upper endoscopy (EGD) every 3-6 months</a:t>
                </a:r>
              </a:p>
              <a:p>
                <a:pPr lvl="0"/>
                <a:r>
                  <a:rPr/>
                  <a:t>PET every 6 months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 if a recurrence in the esophagus is found</a:t>
                </a:r>
              </a:p>
            </p:txBody>
          </p:sp>
        </mc:Choice>
      </mc:AlternateContent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Squamous Cell Carcinoma of the Esophagus</dc:title>
  <dc:creator/>
  <cp:keywords/>
  <dcterms:created xsi:type="dcterms:W3CDTF">2026-07-16T02:12:52Z</dcterms:created>
  <dcterms:modified xsi:type="dcterms:W3CDTF">2026-07-16T02:12:52Z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