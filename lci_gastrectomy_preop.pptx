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1.png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of the Stomach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Stomach Cancer Surgery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Remove the tumor</a:t>
            </a:r>
          </a:p>
          <a:p>
            <a:pPr lvl="0"/>
            <a:r>
              <a:rPr/>
              <a:t>Remove lymph nodes (depends upon tumor type)</a:t>
            </a:r>
          </a:p>
          <a:p>
            <a:pPr lvl="0"/>
            <a:r>
              <a:rPr/>
              <a:t>Preserve stomach function</a:t>
            </a:r>
          </a:p>
          <a:p>
            <a:pPr lvl="0"/>
            <a:r>
              <a:rPr/>
              <a:t>Reconstruct GI tract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Distal cancers are those in the lower part of the stomach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the tumor</a:t>
            </a:r>
          </a:p>
          <a:p>
            <a:pPr lvl="0"/>
            <a:r>
              <a:rPr/>
              <a:t>Lymph nodes not removed</a:t>
            </a:r>
          </a:p>
          <a:p>
            <a:pPr lvl="0"/>
            <a:r>
              <a:rPr/>
              <a:t>Best suited for:</a:t>
            </a:r>
          </a:p>
          <a:p>
            <a:pPr lvl="1"/>
            <a:r>
              <a:rPr/>
              <a:t>Small adenocarcinoma</a:t>
            </a:r>
          </a:p>
          <a:p>
            <a:pPr lvl="1"/>
            <a:r>
              <a:rPr/>
              <a:t>GI Stromal Tumors</a:t>
            </a:r>
          </a:p>
        </p:txBody>
      </p:sp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half of the stomach</a:t>
            </a:r>
          </a:p>
          <a:p>
            <a:pPr lvl="0"/>
            <a:r>
              <a:rPr/>
              <a:t>Does lower lymph nodes</a:t>
            </a:r>
          </a:p>
        </p:txBody>
      </p:sp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Body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Body is the mid-portion of the stomach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2/3 of stomach</a:t>
            </a:r>
          </a:p>
          <a:p>
            <a:pPr lvl="0"/>
            <a:r>
              <a:rPr/>
              <a:t>Removes lymph nodes</a:t>
            </a:r>
          </a:p>
          <a:p>
            <a:pPr lvl="0"/>
            <a:r>
              <a:rPr/>
              <a:t>Reconstruction with small intestine</a:t>
            </a:r>
          </a:p>
        </p:txBody>
      </p:sp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Proximal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Located near the top of the stomach</a:t>
            </a:r>
          </a:p>
          <a:p>
            <a:pPr lvl="0"/>
            <a:r>
              <a:rPr/>
              <a:t>Challenging area for surgery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all of the stomach</a:t>
            </a:r>
          </a:p>
          <a:p>
            <a:pPr lvl="0"/>
            <a:r>
              <a:rPr/>
              <a:t>Reconstruction with small intestine</a:t>
            </a:r>
          </a:p>
          <a:p>
            <a:pPr lvl="0"/>
            <a:r>
              <a:rPr/>
              <a:t>Needed for those with CDH1 mutations</a:t>
            </a:r>
          </a:p>
        </p:txBody>
      </p:sp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r>
              <a:rPr/>
              <a:t>Alternative surgical approach for small tumors near the top of the stomach</a:t>
            </a:r>
          </a:p>
          <a:p>
            <a:pPr lvl="0"/>
            <a:r>
              <a:rPr/>
              <a:t>Preserves the bottom of the stomach as a reservoir</a:t>
            </a:r>
          </a:p>
        </p:txBody>
      </p:sp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Leak where bowel is joined together (anastomosis)</a:t>
            </a:r>
          </a:p>
          <a:p>
            <a:pPr lvl="0"/>
            <a:r>
              <a:rPr/>
              <a:t>Bleeding requiring reoperation</a:t>
            </a:r>
          </a:p>
          <a:p>
            <a:pPr lvl="0"/>
            <a:r>
              <a:rPr/>
              <a:t>Delayed stomach function</a:t>
            </a:r>
          </a:p>
          <a:p>
            <a:pPr lvl="0"/>
            <a:r>
              <a:rPr/>
              <a:t>Infection in the abdomen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Surgery of the Stomach</dc:title>
  <dc:creator/>
  <cp:keywords/>
  <dcterms:created xsi:type="dcterms:W3CDTF">2026-09-26T07:21:37Z</dcterms:created>
  <dcterms:modified xsi:type="dcterms:W3CDTF">2026-09-26T07:21:37Z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