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0.png" /><Relationship Id="rId2" Type="http://schemas.openxmlformats.org/officeDocument/2006/relationships/image" Target="../media/image19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1.png" /><Relationship Id="rId2" Type="http://schemas.openxmlformats.org/officeDocument/2006/relationships/image" Target="../media/image19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3.png" /><Relationship Id="rId2" Type="http://schemas.openxmlformats.org/officeDocument/2006/relationships/image" Target="../media/image22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9.png" /><Relationship Id="rId2" Type="http://schemas.openxmlformats.org/officeDocument/2006/relationships/image" Target="../media/image24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Stomach</dc:title>
  <dc:creator/>
  <cp:keywords/>
  <dcterms:created xsi:type="dcterms:W3CDTF">2026-08-09T18:02:55Z</dcterms:created>
  <dcterms:modified xsi:type="dcterms:W3CDTF">2026-08-09T18:02:55Z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