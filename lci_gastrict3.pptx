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7" Type="http://schemas.openxmlformats.org/officeDocument/2006/relationships/viewProps" Target="viewProps.xml" /><Relationship Id="rId6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9" Type="http://schemas.openxmlformats.org/officeDocument/2006/relationships/tableStyles" Target="tableStyles.xml" /><Relationship Id="rId6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1.png" /><Relationship Id="rId2" Type="http://schemas.openxmlformats.org/officeDocument/2006/relationships/image" Target="../media/image20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2.png" /><Relationship Id="rId2" Type="http://schemas.openxmlformats.org/officeDocument/2006/relationships/image" Target="../media/image20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4.png" /><Relationship Id="rId2" Type="http://schemas.openxmlformats.org/officeDocument/2006/relationships/image" Target="../media/image23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0.png" /><Relationship Id="rId2" Type="http://schemas.openxmlformats.org/officeDocument/2006/relationships/image" Target="../media/image25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Stomach</dc:title>
  <dc:creator/>
  <cp:keywords/>
  <dcterms:created xsi:type="dcterms:W3CDTF">2026-09-26T07:24:03Z</dcterms:created>
  <dcterms:modified xsi:type="dcterms:W3CDTF">2026-09-26T07:24:03Z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