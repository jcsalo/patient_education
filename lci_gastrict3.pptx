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0.png" /><Relationship Id="rId2" Type="http://schemas.openxmlformats.org/officeDocument/2006/relationships/image" Target="../media/image1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19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png" /><Relationship Id="rId2" Type="http://schemas.openxmlformats.org/officeDocument/2006/relationships/image" Target="../media/image22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9.png" /><Relationship Id="rId2" Type="http://schemas.openxmlformats.org/officeDocument/2006/relationships/image" Target="../media/image24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2026-09-21T23:56:27Z</dcterms:created>
  <dcterms:modified xsi:type="dcterms:W3CDTF">2026-09-21T23:56:27Z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