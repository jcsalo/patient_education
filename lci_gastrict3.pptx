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7" Type="http://schemas.openxmlformats.org/officeDocument/2006/relationships/viewProps" Target="viewProps.xml" /><Relationship Id="rId6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9" Type="http://schemas.openxmlformats.org/officeDocument/2006/relationships/tableStyles" Target="tableStyles.xml" /><Relationship Id="rId6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1.png" /><Relationship Id="rId2" Type="http://schemas.openxmlformats.org/officeDocument/2006/relationships/image" Target="../media/image20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2.png" /><Relationship Id="rId2" Type="http://schemas.openxmlformats.org/officeDocument/2006/relationships/image" Target="../media/image20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4.png" /><Relationship Id="rId2" Type="http://schemas.openxmlformats.org/officeDocument/2006/relationships/image" Target="../media/image23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0.png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br/>
                <a:r>
                  <a:rPr/>
                  <a:t>Superficial (T1a): Endoscopic Therapy</a:t>
                </a:r>
                <a:br/>
                <a:br/>
                <a:r>
                  <a:rPr/>
                  <a:t>Localized (T1b/T2): Surgery</a:t>
                </a:r>
                <a:br/>
                <a:br/>
                <a:r>
                  <a:rPr/>
                  <a:t>Locally-advanced (T3M0):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  <a:br/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Additional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Stomach</dc:title>
  <dc:creator/>
  <cp:keywords/>
  <dcterms:created xsi:type="dcterms:W3CDTF">2026-09-23T11:37:21Z</dcterms:created>
  <dcterms:modified xsi:type="dcterms:W3CDTF">2026-09-23T11:37:21Z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