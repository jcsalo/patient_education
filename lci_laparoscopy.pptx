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6" Type="http://schemas.openxmlformats.org/officeDocument/2006/relationships/viewProps" Target="viewProps.xml" /><Relationship Id="rId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8" Type="http://schemas.openxmlformats.org/officeDocument/2006/relationships/tableStyles" Target="tableStyles.xml" /><Relationship Id="rId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Diagnostic Laparoscopy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Some stomach cancers can spread inside the abdomen</a:t>
            </a:r>
          </a:p>
          <a:p>
            <a:pPr lvl="0"/>
            <a:r>
              <a:rPr/>
              <a:t>Areas of spread can be very small (grain of rice)</a:t>
            </a:r>
          </a:p>
          <a:p>
            <a:pPr lvl="0"/>
            <a:r>
              <a:rPr/>
              <a:t>Laparoscopy can detect spread inside the abdomen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General anesthetic</a:t>
            </a:r>
          </a:p>
          <a:p>
            <a:pPr lvl="0"/>
            <a:r>
              <a:rPr/>
              <a:t>1/4” incisions</a:t>
            </a:r>
          </a:p>
          <a:p>
            <a:pPr lvl="0"/>
            <a:r>
              <a:rPr/>
              <a:t>Telescope examines the abdomen</a:t>
            </a:r>
          </a:p>
          <a:p>
            <a:pPr lvl="0"/>
            <a:r>
              <a:rPr/>
              <a:t>Biopsies performed</a:t>
            </a:r>
          </a:p>
          <a:p>
            <a:pPr lvl="0"/>
            <a:r>
              <a:rPr/>
              <a:t>Fluid sampled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Diagnostic Laparoscopy</dc:title>
  <dc:creator/>
  <cp:keywords/>
  <dcterms:created xsi:type="dcterms:W3CDTF">2026-07-14T00:21:41Z</dcterms:created>
  <dcterms:modified xsi:type="dcterms:W3CDTF">2026-07-14T00:21:41Z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