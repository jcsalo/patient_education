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Laparoscopy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Diagnostic Laparoscopy</dc:title>
  <dc:creator/>
  <cp:keywords/>
  <dcterms:created xsi:type="dcterms:W3CDTF">2026-05-28T12:03:10Z</dcterms:created>
  <dcterms:modified xsi:type="dcterms:W3CDTF">2026-05-28T12:03:10Z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