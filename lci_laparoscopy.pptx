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Diagnostic Laparoscopy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Diagnostic Laparoscopy</dc:title>
  <dc:creator/>
  <cp:keywords/>
  <dcterms:created xsi:type="dcterms:W3CDTF">2025-12-06T22:03:27Z</dcterms:created>
  <dcterms:modified xsi:type="dcterms:W3CDTF">2025-12-06T22:03:27Z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