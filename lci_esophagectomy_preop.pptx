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7" Type="http://schemas.openxmlformats.org/officeDocument/2006/relationships/viewProps" Target="viewProps.xml" /><Relationship Id="rId6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9" Type="http://schemas.openxmlformats.org/officeDocument/2006/relationships/tableStyles" Target="tableStyles.xml" /><Relationship Id="rId6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Preparing for your Esophagectomy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(most people need 60-80 grams protein/day)</a:t>
            </a:r>
          </a:p>
          <a:p>
            <a:pPr lvl="0"/>
            <a:r>
              <a:rPr/>
              <a:t>Protein shakes (Permier or Fairlife) with protein and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before surgery improves wound healing and recovery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Exercies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30minutes/day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carry a conversation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Lifting light weights and stretching are helpful in addition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Surgery Monday, Tuesday, Wednesday, Friday: Arrive 4am</a:t>
            </a:r>
          </a:p>
          <a:p>
            <a:pPr lvl="1"/>
            <a:r>
              <a:rPr/>
              <a:t>Surgery 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Preparing for your Esophagectomy</dc:title>
  <dc:creator/>
  <cp:keywords/>
  <dcterms:created xsi:type="dcterms:W3CDTF">2026-09-21T23:54:46Z</dcterms:created>
  <dcterms:modified xsi:type="dcterms:W3CDTF">2026-09-21T23:54:46Z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