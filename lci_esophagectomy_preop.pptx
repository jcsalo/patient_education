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6" Type="http://schemas.openxmlformats.org/officeDocument/2006/relationships/viewProps" Target="viewProps.xml" /><Relationship Id="rId7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8" Type="http://schemas.openxmlformats.org/officeDocument/2006/relationships/tableStyles" Target="tableStyles.xml" /><Relationship Id="rId7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jp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Preparing for your Esophagectomy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Assistant: Kate Duncan PA-C</a:t>
            </a:r>
          </a:p>
          <a:p>
            <a:pPr lvl="0" indent="0" marL="0">
              <a:buNone/>
            </a:pPr>
            <a:r>
              <a:rPr/>
              <a:t>Dietitian: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Coordinator: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(60-80 grams protein/day)</a:t>
            </a:r>
          </a:p>
          <a:p>
            <a:pPr lvl="0"/>
            <a:r>
              <a:rPr/>
              <a:t>Protein shakes (Premier or Fairlife) with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 minutes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talk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  <a:p>
            <a:pPr lvl="0"/>
            <a:r>
              <a:rPr/>
              <a:t>Stop tube feeds at midnight night before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 i="1"/>
              <a:t>Arrival</a:t>
            </a:r>
            <a:r>
              <a:rPr/>
              <a:t> time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Monday, Tuesday, Wednesday, Friday: Arrive 4am</a:t>
            </a:r>
          </a:p>
          <a:p>
            <a:pPr lvl="1"/>
            <a:r>
              <a:rPr/>
              <a:t>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if you take milk or cream the morning of surgery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Hospitality 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Guest house for patients and families</a:t>
            </a:r>
          </a:p>
          <a:p>
            <a:pPr lvl="0"/>
            <a:r>
              <a:rPr/>
              <a:t>Located walking distance from hospital</a:t>
            </a:r>
          </a:p>
          <a:p>
            <a:pPr lvl="0"/>
            <a:r>
              <a:rPr/>
              <a:t>Shuttle service available</a:t>
            </a:r>
          </a:p>
          <a:p>
            <a:pPr lvl="0"/>
            <a:r>
              <a:rPr/>
              <a:t>Make reservation request through clinic nurses</a:t>
            </a:r>
          </a:p>
          <a:p>
            <a:pPr lvl="0"/>
            <a:r>
              <a:rPr/>
              <a:t>Cost $50 per night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Parking and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Blue Parking Deck: 1716 Medical Center Drive, Charlotte NC 28204</a:t>
            </a:r>
          </a:p>
          <a:p>
            <a:pPr lvl="0"/>
            <a:r>
              <a:rPr/>
              <a:t>Patient Drop Off: 1096 Blythe Blvd, Charlotte NC 28204</a:t>
            </a:r>
          </a:p>
          <a:p>
            <a:pPr lvl="0"/>
            <a:r>
              <a:rPr/>
              <a:t>Dixon Tower entrance(Traffic circle with Fountains)</a:t>
            </a:r>
          </a:p>
          <a:p>
            <a:pPr lvl="0"/>
            <a:r>
              <a:rPr/>
              <a:t>Check in and tell them you will have surgery</a:t>
            </a:r>
          </a:p>
          <a:p>
            <a:pPr lvl="0"/>
            <a:r>
              <a:rPr/>
              <a:t>Staff will escort you to the Preoperative area on 5th floor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Waiting Room on 5th floor for families</a:t>
            </a:r>
          </a:p>
          <a:p>
            <a:pPr lvl="0"/>
            <a:r>
              <a:rPr/>
              <a:t>Surgery completed 3pm - 5pm</a:t>
            </a:r>
          </a:p>
          <a:p>
            <a:pPr lvl="0"/>
            <a:r>
              <a:rPr/>
              <a:t>Transfer to Surgical Intensive Care Unit 4pm - 6pm</a:t>
            </a:r>
          </a:p>
          <a:p>
            <a:pPr lvl="0"/>
            <a:r>
              <a:rPr/>
              <a:t>Visitors permitted into the ICU 5pm - 7pm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to Bring to the Hospital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jewelry or valuables</a:t>
            </a:r>
          </a:p>
          <a:p>
            <a:pPr lvl="0"/>
            <a:r>
              <a:rPr/>
              <a:t>Cell phone and charger</a:t>
            </a:r>
          </a:p>
          <a:p>
            <a:pPr lvl="0"/>
            <a:r>
              <a:rPr/>
              <a:t>Insurance cards</a:t>
            </a:r>
          </a:p>
          <a:p>
            <a:pPr lvl="0"/>
            <a:r>
              <a:rPr/>
              <a:t>Underwear you don’t mind discarding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Visitor’s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Intensive Care Unit</a:t>
            </a:r>
          </a:p>
          <a:p>
            <a:pPr lvl="0"/>
            <a:r>
              <a:rPr/>
              <a:t>Two visitors at a time 8am - 8pm</a:t>
            </a:r>
          </a:p>
          <a:p>
            <a:pPr lvl="0"/>
            <a:r>
              <a:rPr/>
              <a:t>One “Care Partner” can stay overnight in ICU</a:t>
            </a:r>
          </a:p>
          <a:p>
            <a:pPr lvl="0" indent="0" marL="0">
              <a:buNone/>
            </a:pPr>
            <a:r>
              <a:rPr/>
              <a:t>Ward</a:t>
            </a:r>
          </a:p>
          <a:p>
            <a:pPr lvl="0"/>
            <a:r>
              <a:rPr/>
              <a:t>All rooms are private rooms</a:t>
            </a:r>
          </a:p>
          <a:p>
            <a:pPr lvl="0"/>
            <a:r>
              <a:rPr/>
              <a:t>Day bed available for a family member</a:t>
            </a:r>
          </a:p>
          <a:p>
            <a:pPr lvl="0"/>
            <a:r>
              <a:rPr/>
              <a:t>Visiting hours 8am - 8pm</a:t>
            </a:r>
          </a:p>
          <a:p>
            <a:pPr lvl="0" indent="0" marL="0">
              <a:buNone/>
            </a:pPr>
            <a:r>
              <a:rPr/>
              <a:t>No visitors please who have a cough or fever!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Surgery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Surgery scheduled after medical evaluation</a:t>
            </a:r>
          </a:p>
          <a:p>
            <a:pPr lvl="0"/>
            <a:r>
              <a:rPr/>
              <a:t>Aim for surgery within 6 weeks of consultation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</a:t>
            </a:r>
          </a:p>
          <a:p>
            <a:pPr lvl="0" indent="0" marL="0">
              <a:buNone/>
            </a:pPr>
            <a:r>
              <a:rPr/>
              <a:t>Radiation Oncology - Monitor radiation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Preop visit with Kate Duncan and Liz Koch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This will stay in place for about 8 weeks after surgery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</a:t>
            </a:r>
          </a:p>
          <a:p>
            <a:pPr lvl="0"/>
            <a:r>
              <a:rPr/>
              <a:t>Important to prevent dehydration</a:t>
            </a:r>
          </a:p>
          <a:p>
            <a:pPr lvl="0"/>
            <a:r>
              <a:rPr/>
              <a:t>240mL (8 oz) 4 times per day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Abdominal drains: Removed 4-7 days after surgery</a:t>
            </a:r>
          </a:p>
          <a:p>
            <a:pPr lvl="0"/>
            <a:r>
              <a:rPr/>
              <a:t>Discharge with 1 abdominal drain in 10% of cases</a:t>
            </a:r>
          </a:p>
          <a:p>
            <a:pPr lvl="0" indent="0" marL="0">
              <a:buNone/>
            </a:pPr>
            <a:r>
              <a:rPr/>
              <a:t>Epidural catheter: Removed 4-5 days after surgery Bladder catheter: Removed after epidural catheter removed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~ 8 weeks after surgery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Clinic Contact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Phone number: (980) 442-6410</a:t>
            </a:r>
          </a:p>
          <a:p>
            <a:pPr lvl="0" indent="0" marL="0">
              <a:buNone/>
            </a:pPr>
            <a:r>
              <a:rPr/>
              <a:t>Best way to contact us is through the MyAtrium portal:</a:t>
            </a:r>
          </a:p>
          <a:p>
            <a:pPr lvl="0"/>
            <a:r>
              <a:rPr/>
              <a:t>Free, secure</a:t>
            </a:r>
          </a:p>
          <a:p>
            <a:pPr lvl="0"/>
            <a:r>
              <a:rPr/>
              <a:t>Available for desktop, iPhone, Android</a:t>
            </a:r>
          </a:p>
          <a:p>
            <a:pPr lvl="0"/>
            <a:r>
              <a:rPr/>
              <a:t>Send messages directly to the care team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Preparing for your Esophagectomy</dc:title>
  <dc:creator/>
  <cp:keywords/>
  <dcterms:created xsi:type="dcterms:W3CDTF">2026-09-26T07:22:44Z</dcterms:created>
  <dcterms:modified xsi:type="dcterms:W3CDTF">2026-09-26T07:22:44Z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