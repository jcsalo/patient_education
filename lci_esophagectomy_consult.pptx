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8" Type="http://schemas.openxmlformats.org/officeDocument/2006/relationships/viewProps" Target="viewProps.xml" /><Relationship Id="rId7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0" Type="http://schemas.openxmlformats.org/officeDocument/2006/relationships/tableStyles" Target="tableStyles.xml" /><Relationship Id="rId7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png" /><Relationship Id="rId2" Type="http://schemas.openxmlformats.org/officeDocument/2006/relationships/image" Target="../media/image1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and GE Junction Cancers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XXX Medical Center Drive, Charlotte ND 28204</a:t>
            </a:r>
          </a:p>
          <a:p>
            <a:pPr lvl="0"/>
            <a:r>
              <a:rPr/>
              <a:t>Enter Building through Dixon Tower (Traffic circle with Fountains)</a:t>
            </a:r>
          </a:p>
          <a:p>
            <a:pPr lvl="0"/>
            <a:r>
              <a:rPr/>
              <a:t>Check in at the desk and tell them you will have surgery</a:t>
            </a:r>
          </a:p>
          <a:p>
            <a:pPr lvl="0"/>
            <a:r>
              <a:rPr/>
              <a:t>Escort service will direct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jewelery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cards??</a:t>
            </a:r>
          </a:p>
          <a:p>
            <a:pPr lvl="0"/>
            <a:r>
              <a:rPr/>
              <a:t>Underweaer??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ensure adequate nutrition after surgery, 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for Esophageal and GE Junction Cancers</dc:title>
  <dc:creator/>
  <cp:keywords/>
  <dcterms:created xsi:type="dcterms:W3CDTF">2026-09-23T11:34:58Z</dcterms:created>
  <dcterms:modified xsi:type="dcterms:W3CDTF">2026-09-23T11:34:58Z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