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7" Type="http://schemas.openxmlformats.org/officeDocument/2006/relationships/viewProps" Target="viewProps.xml" /><Relationship Id="rId6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9" Type="http://schemas.openxmlformats.org/officeDocument/2006/relationships/tableStyles" Target="tableStyles.xml" /><Relationship Id="rId6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and GE Junction Cancers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for Esophageal and GE Junction Cancers</dc:title>
  <dc:creator/>
  <cp:keywords/>
  <dcterms:created xsi:type="dcterms:W3CDTF">2026-09-21T23:53:55Z</dcterms:created>
  <dcterms:modified xsi:type="dcterms:W3CDTF">2026-09-21T23:53:55Z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