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(60-80 grams protein/day)</a:t>
            </a:r>
          </a:p>
          <a:p>
            <a:pPr lvl="0"/>
            <a:r>
              <a:rPr/>
              <a:t>Protein shakes (Premier or Fairlife) with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improves wound healing and recovery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 minutes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talk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Light weights and stretching are helpful in addition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 i="1"/>
              <a:t>Arrival</a:t>
            </a:r>
            <a:r>
              <a:rPr/>
              <a:t> time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Monday, Tuesday, Wednesday, Friday: Arrive 4am</a:t>
            </a:r>
          </a:p>
          <a:p>
            <a:pPr lvl="1"/>
            <a:r>
              <a:rPr/>
              <a:t>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if you take milk or cream the morning of surgery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1716 Medical Center Drive, Charlotte NC 28204</a:t>
            </a:r>
          </a:p>
          <a:p>
            <a:pPr lvl="0"/>
            <a:r>
              <a:rPr/>
              <a:t>Patient Drop Off: 1096 Blythe Blvd, Charlotte NC 28204</a:t>
            </a:r>
          </a:p>
          <a:p>
            <a:pPr lvl="0"/>
            <a:r>
              <a:rPr/>
              <a:t>Dixon Tower entrance(Traffic circle with Fountains)</a:t>
            </a:r>
          </a:p>
          <a:p>
            <a:pPr lvl="0"/>
            <a:r>
              <a:rPr/>
              <a:t>Check in and tell them you will have surgery</a:t>
            </a:r>
          </a:p>
          <a:p>
            <a:pPr lvl="0"/>
            <a:r>
              <a:rPr/>
              <a:t>Staff will escort you to the Preoperative area on 5th floor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</a:t>
            </a:r>
          </a:p>
          <a:p>
            <a:pPr lvl="0"/>
            <a:r>
              <a:rPr/>
              <a:t>Underwear you don’t mind discarding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Assistant: Kate Duncan PA-C</a:t>
            </a:r>
          </a:p>
          <a:p>
            <a:pPr lvl="0" indent="0" marL="0">
              <a:buNone/>
            </a:pPr>
            <a:r>
              <a:rPr/>
              <a:t>Dietitian: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Coordinator: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2026-09-26T07:22:03Z</dcterms:created>
  <dcterms:modified xsi:type="dcterms:W3CDTF">2026-09-26T07:22:03Z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